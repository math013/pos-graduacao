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62" r:id="rId3"/>
    <p:sldId id="261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6C48F-3BAC-4478-9D71-FE9637B15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9243DC-866D-4527-9BDE-448B91A01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2ADD9A-A1F0-47CE-A9C4-9BFF2D85A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3/14/2024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FA80C0-31D1-495F-B1AF-8282640B0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C67189-FD59-4758-81CB-2783EB129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6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CB9BAA-E0D3-4E4F-98E6-4D00BE306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8915E7-2CFB-4D8B-A199-B73709E00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6D0132-E156-4D4A-9744-CBE7B4364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3/14/2024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A0CBA6-0FE3-451C-A2A6-340D0F8E5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72084D-AF03-4AB2-94DF-DAB6F7482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01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615752-4CC1-4E99-8F2A-4424806A0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E2C167-BD07-4F79-BFB9-1D6774533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44D0DF-22F5-4883-86AB-907413CCD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3/14/2024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E79774-6D0C-459C-8EB0-6F5165C11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162375-FA55-4F5F-AB35-5A5F2BB02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855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3F584E-2EDB-4968-A3F9-61C8B7408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BED0BB-F9FA-4339-9836-877638B37F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86D0883-7BE6-4C1E-AF7C-C749FAD04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A1AD818-901F-4338-850A-E62221037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3/14/2024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1B2229B-EEFB-43FE-99FB-FAB068AEB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588A99-54F1-45B8-ACC0-81905AEFD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556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B2DA09-CFFD-4D99-BB17-9288D9EC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3EB7F16-4F2C-4BCA-A33C-312ED7668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AF6459-5277-4330-B6AC-ED0033291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A9DE693-F4C8-4948-BD17-B01F8F51A2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D321659-F211-4836-A736-76134EEB62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26ED1CE-6C7B-4445-A4A3-7329D9553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3/14/2024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7DE11D5-1372-47C2-AA67-C1E48A039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6CB4D47-B595-414B-B9C3-E1B1987FC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948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26B951-D7D1-401F-BAFA-C3D651A8D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D6D9052-AF4C-4773-9758-42E158609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3/14/2024</a:t>
            </a:fld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1718077-0579-4F89-A849-3FFF51C94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7A2F7AF-1263-4370-B505-7492C3484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243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0B1AE8F-B925-413A-84FB-B0A0E493E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3/14/2024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6781858-704C-43D4-BAA7-A8AAF4A38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FB3C04E-EC50-4DD3-BD2E-9348699DB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649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DEAAA-FA95-47F9-80DA-82805ADF8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D12457-2ADC-43DF-840D-25A3C79AF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FB6757C-36A6-4BD0-81D5-93807EDE8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1078A9-0105-45FC-B163-3A470BB70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3/14/2024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2969BB-B567-4887-8E15-EA6F1EC52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1A67144-108D-4A4C-BCEF-9E556D885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778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FB4142-E509-43AA-A342-7FD20FAE8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25898C3-546F-4DC7-A623-725E41DCCE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4BE6CFE-3770-46DA-9561-6A4D6ABA1F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396ABA-CACC-4797-B0E6-BC22BCCF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3/14/2024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57F8FD-D89E-4AD7-B83B-1155B11AB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62861C-41B6-4B67-982C-5BF9DE78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509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767F5F-3EBF-4D05-A369-9BA0AE271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5CB067-9E4D-4842-8315-5E878DF09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C93DB3-5BF3-4FB6-8BA4-950960A8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3/14/2024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254E67-647A-4FF4-A543-223878F31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E0F35D-39ED-4994-8B17-9C39ABCF1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238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A8E0E2F-9FFA-40B5-A405-D31A91FFE4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D65FF1D-1986-4FA3-810A-47CC39B31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883AEF-6F92-4963-BF1A-F67CDD077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3/14/2024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193DAD-3C81-491C-9BAB-F7EE1023A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DF2390-6EC3-4DBE-8662-5B88EBE0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590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F9B5146-D7C8-492F-9D5D-76E06F147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76B402-D777-4D21-91E8-DAD13599A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C88018-CBBE-4EE0-A0AC-C70A1FD2B0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3/14/2024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5B3D90-B8BF-42BE-B358-623DE2F5B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9FA5D7-391A-44DA-B009-047F680F90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012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D83ABE1-97BA-4327-8AFF-2FE438A76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961" y="0"/>
            <a:ext cx="67700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593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750546-5D32-413F-93EB-362AAB775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1" y="171450"/>
            <a:ext cx="11306174" cy="6848475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b="0" i="0" dirty="0">
                <a:solidFill>
                  <a:srgbClr val="0F1111"/>
                </a:solidFill>
                <a:effectLst/>
                <a:latin typeface="Amazon Ember"/>
              </a:rPr>
              <a:t>Por mais de um século, diferentes países e governos enfrentaram crises financeiras ao aplicar cortes em políticas públicas e precarizar as relações de trabalho. Embora tenham sido bem-sucedidos em acalmar os credores e o mercado, os efeitos no bem-estar social e econômico da classe trabalhadora foram devastadores. Em tempos de crises e incertezas, a austeridade continua sendo praticada em todo o globo. A ordem do capital, de Clara Mattei, é um estudo profundo e interdisciplinar sobre a relação entre austeridade e ascensão do fascismo.</a:t>
            </a:r>
          </a:p>
          <a:p>
            <a:pPr marL="0" indent="0" algn="just">
              <a:buNone/>
            </a:pPr>
            <a:br>
              <a:rPr lang="pt-BR" dirty="0"/>
            </a:br>
            <a:br>
              <a:rPr lang="pt-BR" dirty="0"/>
            </a:br>
            <a:r>
              <a:rPr lang="pt-BR" b="0" i="0" dirty="0">
                <a:solidFill>
                  <a:srgbClr val="0F1111"/>
                </a:solidFill>
                <a:effectLst/>
                <a:latin typeface="Amazon Ember"/>
              </a:rPr>
              <a:t>Voltando ao início do século XX, a economista traça as origens da austeridade no entreguerras na Grã-Bretanha e na Itália, revelando como a autonomia da classe trabalhadora nos anos pós-Primeira Guerra Mundial incentivaram um conjunto de políticas econômicas de cima para baixo que sufocou os trabalhadores e impôs uma hierarquia ainda mais rígida em suas sociedades. Foi quando a austeridade revelou seu principal objetivo, a proteção do capital e a eliminação de todas as alternativas ao sistema capitalista, e foi nesse contexto que a política econômica funcionou como aliada ao fortalecimento do fascismo.</a:t>
            </a:r>
          </a:p>
          <a:p>
            <a:pPr marL="0" indent="0" algn="just">
              <a:buNone/>
            </a:pPr>
            <a:br>
              <a:rPr lang="pt-BR" dirty="0"/>
            </a:br>
            <a:br>
              <a:rPr lang="pt-BR" dirty="0"/>
            </a:br>
            <a:r>
              <a:rPr lang="pt-BR" b="0" i="0" dirty="0">
                <a:solidFill>
                  <a:srgbClr val="0F1111"/>
                </a:solidFill>
                <a:effectLst/>
                <a:latin typeface="Amazon Ember"/>
              </a:rPr>
              <a:t>Considerado pelo Financial Times um dos melhores livros de 2022 e por Thomas </a:t>
            </a:r>
            <a:r>
              <a:rPr lang="pt-BR" b="0" i="0" dirty="0" err="1">
                <a:solidFill>
                  <a:srgbClr val="0F1111"/>
                </a:solidFill>
                <a:effectLst/>
                <a:latin typeface="Amazon Ember"/>
              </a:rPr>
              <a:t>Piketty</a:t>
            </a:r>
            <a:r>
              <a:rPr lang="pt-BR" b="0" i="0" dirty="0">
                <a:solidFill>
                  <a:srgbClr val="0F1111"/>
                </a:solidFill>
                <a:effectLst/>
                <a:latin typeface="Amazon Ember"/>
              </a:rPr>
              <a:t> como “leitura obrigatória, com importantes lições para o futuro”, A ordem do capital, com sua base teórica sólida e fontes históricas e arquivísticas originais, oferece um novo olhar sobre a história da austeridade, intrinsicamente conectada com a economia moderna e com o poder político contemporâneo.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6171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161DD3E-2DE6-4BF5-9902-462749B37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155" y="0"/>
            <a:ext cx="68716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021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5C9729D1-29FF-471E-AC77-CD53ACD7C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122" y="0"/>
            <a:ext cx="66737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187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C8C6E64-FCC2-4608-B07E-330804C41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215" y="0"/>
            <a:ext cx="68855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529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583B942-3718-4051-93FB-6E1E1799D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785" y="0"/>
            <a:ext cx="6830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806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F337C8F-F9BE-4261-9D2D-8D30ECB82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107" y="0"/>
            <a:ext cx="6775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9001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262</Words>
  <Application>Microsoft Office PowerPoint</Application>
  <PresentationFormat>Widescreen</PresentationFormat>
  <Paragraphs>3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Amazon Ember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Paulo Verissimo de Aguiar</dc:creator>
  <cp:lastModifiedBy>Paulo Verissimo de Aguiar</cp:lastModifiedBy>
  <cp:revision>1</cp:revision>
  <dcterms:created xsi:type="dcterms:W3CDTF">2024-03-14T20:58:30Z</dcterms:created>
  <dcterms:modified xsi:type="dcterms:W3CDTF">2024-03-14T21:11:20Z</dcterms:modified>
</cp:coreProperties>
</file>